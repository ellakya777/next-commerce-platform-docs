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qFMUaUYE7uIAoCqlq0BtlyZwv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30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1" Type="http://schemas.openxmlformats.org/officeDocument/2006/relationships/image" Target="../media/image31.png"/><Relationship Id="rId10" Type="http://schemas.openxmlformats.org/officeDocument/2006/relationships/image" Target="../media/image7.png"/><Relationship Id="rId12" Type="http://schemas.openxmlformats.org/officeDocument/2006/relationships/image" Target="../media/image5.png"/><Relationship Id="rId9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34.png"/><Relationship Id="rId6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Relationship Id="rId6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EllaKya777/next-commerce-platform-docs.git" TargetMode="External"/><Relationship Id="rId4" Type="http://schemas.openxmlformats.org/officeDocument/2006/relationships/hyperlink" Target="https://github.com/EllaKya777/next-commerce-platform-docs.git" TargetMode="External"/><Relationship Id="rId5" Type="http://schemas.openxmlformats.org/officeDocument/2006/relationships/hyperlink" Target="https://youtu.be/NMFjXYJ2XRA?si=8llTnj9RZ9TwWycp" TargetMode="External"/><Relationship Id="rId6" Type="http://schemas.openxmlformats.org/officeDocument/2006/relationships/hyperlink" Target="https://youtu.be/NMFjXYJ2XRA?si=8llTnj9RZ9TwWycp" TargetMode="External"/><Relationship Id="rId7" Type="http://schemas.openxmlformats.org/officeDocument/2006/relationships/hyperlink" Target="mailto:contactusnow@email.cz" TargetMode="External"/><Relationship Id="rId8" Type="http://schemas.openxmlformats.org/officeDocument/2006/relationships/hyperlink" Target="mailto:contactusnow@email.cz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365760" y="822960"/>
            <a:ext cx="8595360" cy="0"/>
          </a:xfrm>
          <a:prstGeom prst="straightConnector1">
            <a:avLst/>
          </a:prstGeom>
          <a:noFill/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1"/>
          <p:cNvCxnSpPr/>
          <p:nvPr/>
        </p:nvCxnSpPr>
        <p:spPr>
          <a:xfrm>
            <a:off x="365760" y="1645920"/>
            <a:ext cx="8595360" cy="0"/>
          </a:xfrm>
          <a:prstGeom prst="straightConnector1">
            <a:avLst/>
          </a:prstGeom>
          <a:noFill/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365760" y="2468880"/>
            <a:ext cx="8595360" cy="0"/>
          </a:xfrm>
          <a:prstGeom prst="straightConnector1">
            <a:avLst/>
          </a:prstGeom>
          <a:noFill/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1"/>
          <p:cNvCxnSpPr/>
          <p:nvPr/>
        </p:nvCxnSpPr>
        <p:spPr>
          <a:xfrm>
            <a:off x="365760" y="3291840"/>
            <a:ext cx="8595360" cy="0"/>
          </a:xfrm>
          <a:prstGeom prst="straightConnector1">
            <a:avLst/>
          </a:prstGeom>
          <a:noFill/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"/>
          <p:cNvCxnSpPr/>
          <p:nvPr/>
        </p:nvCxnSpPr>
        <p:spPr>
          <a:xfrm>
            <a:off x="365760" y="4114800"/>
            <a:ext cx="8595360" cy="0"/>
          </a:xfrm>
          <a:prstGeom prst="straightConnector1">
            <a:avLst/>
          </a:prstGeom>
          <a:noFill/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502920" y="100584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next-e-commerce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" y="2084832"/>
            <a:ext cx="4754880" cy="5029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02920" y="22402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Full-Stack E-Commerce Engine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2920" y="278892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Production-ready · Admin-driven · Built to 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02920" y="3429000"/>
            <a:ext cx="1508760" cy="320040"/>
          </a:xfrm>
          <a:prstGeom prst="roundRect">
            <a:avLst>
              <a:gd fmla="val 17143" name="adj"/>
            </a:avLst>
          </a:prstGeom>
          <a:solidFill>
            <a:srgbClr val="1E3448"/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502920" y="34290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Next.js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148840" y="3429000"/>
            <a:ext cx="1508760" cy="320040"/>
          </a:xfrm>
          <a:prstGeom prst="roundRect">
            <a:avLst>
              <a:gd fmla="val 17143" name="adj"/>
            </a:avLst>
          </a:prstGeom>
          <a:solidFill>
            <a:srgbClr val="1E3448"/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2148840" y="34290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794760" y="3429000"/>
            <a:ext cx="1508760" cy="320040"/>
          </a:xfrm>
          <a:prstGeom prst="roundRect">
            <a:avLst>
              <a:gd fmla="val 17143" name="adj"/>
            </a:avLst>
          </a:prstGeom>
          <a:solidFill>
            <a:srgbClr val="1E3448"/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3794760" y="34290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02920" y="3886200"/>
            <a:ext cx="1508760" cy="320040"/>
          </a:xfrm>
          <a:prstGeom prst="roundRect">
            <a:avLst>
              <a:gd fmla="val 17143" name="adj"/>
            </a:avLst>
          </a:prstGeom>
          <a:solidFill>
            <a:srgbClr val="1E3448"/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02920" y="38862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React 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2148840" y="3886200"/>
            <a:ext cx="1508760" cy="320040"/>
          </a:xfrm>
          <a:prstGeom prst="roundRect">
            <a:avLst>
              <a:gd fmla="val 17143" name="adj"/>
            </a:avLst>
          </a:prstGeom>
          <a:solidFill>
            <a:srgbClr val="1E3448"/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2148840" y="38862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Stripe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3794760" y="3886200"/>
            <a:ext cx="1508760" cy="320040"/>
          </a:xfrm>
          <a:prstGeom prst="roundRect">
            <a:avLst>
              <a:gd fmla="val 17143" name="adj"/>
            </a:avLst>
          </a:prstGeom>
          <a:solidFill>
            <a:srgbClr val="1E3448"/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3794760" y="388620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Playwright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1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6858000" y="1097280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4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F19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256032" y="960120"/>
            <a:ext cx="8595360" cy="1115568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527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1005840" y="1033272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Templates are not platforms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05840" y="1380744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Most "e-commerce starters" are UI kits — no real checkout, no order management, no auth. You build the actual product yourself.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56032" y="2286000"/>
            <a:ext cx="8595360" cy="1115568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25786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1005840" y="2359152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Platforms lock you 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005840" y="2706624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Shopify, BigCommerce, and similar charge recurring fees, limit customization, and own your data and architecture.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56032" y="3611880"/>
            <a:ext cx="8595360" cy="1115568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480" y="3904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1005840" y="3685032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Custom builds take months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05840" y="4032504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Building a production-ready store from scratch — with security, SEO, i18n, admin, and checkout — takes a team 3–6 months.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Solution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A complete, production-ready e-commerce engine.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Deploy, configure, and sell — on day one.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56032" y="1783080"/>
            <a:ext cx="4114800" cy="132588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191109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1005840" y="1874520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Ready to deploy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005840" y="2203704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checkout, auth, admin panel, and order management — fully wired up and tested.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645152" y="1783080"/>
            <a:ext cx="4114800" cy="132588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8032" y="191109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5394960" y="1874520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Secure by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394960" y="2203704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Zod + DOMPurify + CSP + Rate limiting + Cloudflare WAF. Defense in depth out of the box.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56032" y="3291840"/>
            <a:ext cx="4114800" cy="132588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912" y="34198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1005840" y="3383280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SEO &amp; 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005840" y="3712464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Server Components, dynamic metadata, JSON-LD, sitemap, and 410 redirects built in from day 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645152" y="3291840"/>
            <a:ext cx="4114800" cy="132588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8032" y="34198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5394960" y="3383280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Admin-driven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394960" y="3712464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Filters, themes, translations, delivery rules — all managed from the panel. No redeployment needed.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F19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What's Included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56032" y="960120"/>
            <a:ext cx="4160520" cy="658368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256032" y="960120"/>
            <a:ext cx="64008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92" y="11064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850392" y="101498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Storefront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50392" y="1289304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Catalog, filters, variants, search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56032" y="1764792"/>
            <a:ext cx="4160520" cy="658368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256032" y="1764792"/>
            <a:ext cx="64008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192" y="191109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850392" y="181965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Passwordless Auth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50392" y="209397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 OAuth + Magic Link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56032" y="2569464"/>
            <a:ext cx="4160520" cy="658368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256032" y="2569464"/>
            <a:ext cx="64008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192" y="27157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850392" y="262432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Stripe Checkout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50392" y="289864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Redirect-based + Buy Now 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56032" y="3374136"/>
            <a:ext cx="4160520" cy="658368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256032" y="3374136"/>
            <a:ext cx="64008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3192" y="35204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850392" y="34290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Order Persistence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50392" y="37033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MongoDB orders collection, 6-month TTL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56032" y="4178808"/>
            <a:ext cx="4160520" cy="658368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256032" y="4178808"/>
            <a:ext cx="64008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3192" y="43251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850392" y="423367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Email + PDF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50392" y="450799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Invoices sent automatically on order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727448" y="960120"/>
            <a:ext cx="4160520" cy="658368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727448" y="960120"/>
            <a:ext cx="64008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64608" y="11064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321808" y="101498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Full Admin Panel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321808" y="1289304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Collections, themes, translations, delivery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727448" y="1764792"/>
            <a:ext cx="4160520" cy="658368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4727448" y="1764792"/>
            <a:ext cx="64008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64608" y="191109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5321808" y="181965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i18n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321808" y="209397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Locale-prefixed routing, managed in admin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727448" y="2569464"/>
            <a:ext cx="4160520" cy="658368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727448" y="2569464"/>
            <a:ext cx="64008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64608" y="27157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5321808" y="262432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SEO Built-in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321808" y="289864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JSON-LD, sitemap, 410 redirects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727448" y="3374136"/>
            <a:ext cx="4160520" cy="658368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727448" y="3374136"/>
            <a:ext cx="64008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64608" y="35204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5321808" y="34290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Import / Export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321808" y="37033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XLSX + JSON with diff algorithm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727448" y="4178808"/>
            <a:ext cx="4160520" cy="658368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727448" y="4178808"/>
            <a:ext cx="64008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64608" y="43251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/>
          <p:nvPr/>
        </p:nvSpPr>
        <p:spPr>
          <a:xfrm>
            <a:off x="5321808" y="423367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E2E Tests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321808" y="450799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Playwright — all critical flows covered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74320" y="896112"/>
            <a:ext cx="2743200" cy="38404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274320" y="89611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Client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274320" y="1280160"/>
            <a:ext cx="2743200" cy="274320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38912" y="141732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19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38912" y="1984248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TanStack Query v5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38912" y="2551176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 Modules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38912" y="3118104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Playwright E2E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218688" y="896112"/>
            <a:ext cx="274320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3218688" y="89611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Server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218688" y="1280160"/>
            <a:ext cx="2743200" cy="274320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383280" y="141732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Next.js 15 App Router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383280" y="1984248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Components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383280" y="2551176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383280" y="3118104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NextAuth.js v5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163056" y="896112"/>
            <a:ext cx="2743200" cy="384048"/>
          </a:xfrm>
          <a:prstGeom prst="rect">
            <a:avLst/>
          </a:prstGeom>
          <a:solidFill>
            <a:srgbClr val="0F7B6C"/>
          </a:solidFill>
          <a:ln cap="flat" cmpd="sng" w="12700">
            <a:solidFill>
              <a:srgbClr val="0F7B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163056" y="89611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163056" y="1280160"/>
            <a:ext cx="2743200" cy="274320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6327648" y="141732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6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7B6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 + Mongoose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327648" y="1984248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6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7B6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Orders Collection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327648" y="2551176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6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7B6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Cloudinary CDN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327648" y="3118104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6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7B6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WooCommerce (opt.)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5"/>
          <p:cNvCxnSpPr/>
          <p:nvPr/>
        </p:nvCxnSpPr>
        <p:spPr>
          <a:xfrm>
            <a:off x="3017520" y="2651760"/>
            <a:ext cx="475488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5"/>
          <p:cNvCxnSpPr/>
          <p:nvPr/>
        </p:nvCxnSpPr>
        <p:spPr>
          <a:xfrm>
            <a:off x="5961888" y="2651760"/>
            <a:ext cx="475488" cy="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5"/>
          <p:cNvSpPr/>
          <p:nvPr/>
        </p:nvSpPr>
        <p:spPr>
          <a:xfrm>
            <a:off x="274320" y="4206240"/>
            <a:ext cx="8595360" cy="658368"/>
          </a:xfrm>
          <a:prstGeom prst="rect">
            <a:avLst/>
          </a:prstGeom>
          <a:solidFill>
            <a:srgbClr val="1E3448"/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Every component follows the same patterns. No mixed paradigms, no abandoned experiments. Human-authored, human-reviewed.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4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F19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MongoDB + AI-Ready Stack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56032" y="960120"/>
            <a:ext cx="4160520" cy="160020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1143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/>
          <p:nvPr/>
        </p:nvSpPr>
        <p:spPr>
          <a:xfrm>
            <a:off x="1033272" y="109728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Primary order store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38912" y="1645920"/>
            <a:ext cx="3794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Completed orders live in a dedicated MongoDB collection — retained 6 months. Fully independent of WooCommerce.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700016" y="960120"/>
            <a:ext cx="4160520" cy="160020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2896" y="1143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5477256" y="109728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Vector Search — native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882896" y="1645920"/>
            <a:ext cx="3794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MongoDB Atlas Vector Search is available out of the box. Semantic product discovery and AI shopping assistant can be added without any structural changes.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56032" y="2834640"/>
            <a:ext cx="4160520" cy="160020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912" y="3017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/>
          <p:nvPr/>
        </p:nvSpPr>
        <p:spPr>
          <a:xfrm>
            <a:off x="1033272" y="297180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Multi-tenant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38912" y="3520440"/>
            <a:ext cx="3794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data model already supports isolated storefronts with separate admin panels. Extending to SaaS requires no structural changes.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700016" y="2834640"/>
            <a:ext cx="4160520" cy="160020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2896" y="3017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/>
          <p:nvPr/>
        </p:nvSpPr>
        <p:spPr>
          <a:xfrm>
            <a:off x="5477256" y="297180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Analytics &amp; integrations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882896" y="3520440"/>
            <a:ext cx="379476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 data in MongoDB is ready for direct analytics, ERP/CRM integrations, and custom business logic — no WooCommerce dependency.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Admin Panel — Full Control, Zero Code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256032" y="914400"/>
            <a:ext cx="4160520" cy="86868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256032" y="914400"/>
            <a:ext cx="6400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438912" y="9784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Collections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38912" y="128016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Products, Categories, Posts — CRUD, bulk ops, WooCommerce sync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700016" y="914400"/>
            <a:ext cx="4160520" cy="86868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4700016" y="914400"/>
            <a:ext cx="6400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4882896" y="9784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Import / Export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882896" y="128016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XLSX + JSON with diff algorithm — safe to retry on interruption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256032" y="1938528"/>
            <a:ext cx="4160520" cy="86868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256032" y="1938528"/>
            <a:ext cx="6400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438912" y="200253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Translations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38912" y="230428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Edit all UI text without rebuilding the project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700016" y="1938528"/>
            <a:ext cx="4160520" cy="86868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700016" y="1938528"/>
            <a:ext cx="6400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4882896" y="200253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882896" y="2304288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JSON-based theme editor — switch active theme site-wide instantly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256032" y="2962656"/>
            <a:ext cx="4160520" cy="86868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256032" y="2962656"/>
            <a:ext cx="6400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438912" y="302666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38912" y="3328416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Static &amp; semi-dynamic pages with Markdown editor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700016" y="2962656"/>
            <a:ext cx="4160520" cy="86868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4700016" y="2962656"/>
            <a:ext cx="6400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4882896" y="302666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Settings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882896" y="3328416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Languages, currencies, brand, custom filters, integrations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56032" y="3986784"/>
            <a:ext cx="4160520" cy="86868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256032" y="3986784"/>
            <a:ext cx="6400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38912" y="40507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Delivery Profiles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38912" y="4352544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Per-country rules — weight/price-based, COD, free shipping thresholds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700016" y="3986784"/>
            <a:ext cx="4160520" cy="86868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4700016" y="3986784"/>
            <a:ext cx="6400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4882896" y="40507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Built-in Guide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882896" y="4352544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documentation embedded in the admin panel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4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F19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Code Quality &amp; Standards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274320" y="896112"/>
            <a:ext cx="8595360" cy="960120"/>
          </a:xfrm>
          <a:prstGeom prst="rect">
            <a:avLst/>
          </a:prstGeom>
          <a:solidFill>
            <a:srgbClr val="162032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457200" y="896112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Architecture and logic are fully human-authored.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AI was used for polish only — every line reviewed and verified.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1214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822960" y="201168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TypeScript strict mode — no implicit any, no silent failures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21214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/>
          <p:nvPr/>
        </p:nvSpPr>
        <p:spPr>
          <a:xfrm>
            <a:off x="5257800" y="201168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Zod validation on all API inputs and form submissions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83464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8"/>
          <p:cNvSpPr/>
          <p:nvPr/>
        </p:nvSpPr>
        <p:spPr>
          <a:xfrm>
            <a:off x="822960" y="2724912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Playwright E2E tests covering all critical user flows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283464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8"/>
          <p:cNvSpPr/>
          <p:nvPr/>
        </p:nvSpPr>
        <p:spPr>
          <a:xfrm>
            <a:off x="5257800" y="2724912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third-party UI libraries — zero hidden bundle bloat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354787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/>
          <p:nvPr/>
        </p:nvSpPr>
        <p:spPr>
          <a:xfrm>
            <a:off x="822960" y="3438144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custom packages outside standard npm — every dependency is standard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354787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5257800" y="3438144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Consistent patterns throughout — easy to read, easy to extend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426110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/>
          <p:nvPr/>
        </p:nvSpPr>
        <p:spPr>
          <a:xfrm>
            <a:off x="822960" y="4151376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 leak audit completed — all async operations properly cleaned up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7" name="Google Shape;25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426110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/>
          <p:nvPr/>
        </p:nvSpPr>
        <p:spPr>
          <a:xfrm>
            <a:off x="5257800" y="4151376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technical documentation — 22 sections, architecture decisions explained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Who Is It For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256032" y="960120"/>
            <a:ext cx="4160520" cy="1627632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256032" y="960120"/>
            <a:ext cx="416052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11430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9"/>
          <p:cNvSpPr/>
          <p:nvPr/>
        </p:nvSpPr>
        <p:spPr>
          <a:xfrm>
            <a:off x="987552" y="1115568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Agencies &amp; Freelancers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38912" y="1655064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Deliver a production-ready store to a client in days, not months. Customise the theme, configure filters and delivery rules — no code changes needed for most client requests.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4700016" y="960120"/>
            <a:ext cx="4160520" cy="1627632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4700016" y="960120"/>
            <a:ext cx="4160520" cy="64008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2896" y="11430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/>
          <p:nvPr/>
        </p:nvSpPr>
        <p:spPr>
          <a:xfrm>
            <a:off x="5431536" y="1115568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 Startups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882896" y="1655064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Launch fast with a complete, tested stack. Focus on your product and marketing — not on building checkout flows and admin panels from scratch.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256032" y="2834640"/>
            <a:ext cx="4160520" cy="1627632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256032" y="2834640"/>
            <a:ext cx="416052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912" y="30175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9"/>
          <p:cNvSpPr/>
          <p:nvPr/>
        </p:nvSpPr>
        <p:spPr>
          <a:xfrm>
            <a:off x="987552" y="2990088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SaaS / Multi-Tenant Builders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438912" y="3529584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architecture already supports isolated storefronts. Build a SaaS e-commerce platform where each client gets their own admin panel and data — the groundwork is in place.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700016" y="2834640"/>
            <a:ext cx="4160520" cy="1627632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4700016" y="2834640"/>
            <a:ext cx="4160520" cy="6400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3" name="Google Shape;28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2896" y="30175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9"/>
          <p:cNvSpPr/>
          <p:nvPr/>
        </p:nvSpPr>
        <p:spPr>
          <a:xfrm>
            <a:off x="5431536" y="2990088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Teams Replacing Legacy Systems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882896" y="3529584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modern, maintainable codebase to replace an aging Magento, PrestaShop, or WooCommerce monolith — with full data ownership and no platform fees.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E44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F19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Roadmap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594360" y="2743200"/>
            <a:ext cx="795528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1069848" y="2578608"/>
            <a:ext cx="320040" cy="32004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457200" y="21031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Done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10"/>
          <p:cNvCxnSpPr/>
          <p:nvPr/>
        </p:nvCxnSpPr>
        <p:spPr>
          <a:xfrm>
            <a:off x="1229868" y="2450592"/>
            <a:ext cx="0" cy="292608"/>
          </a:xfrm>
          <a:prstGeom prst="straightConnector1">
            <a:avLst/>
          </a:prstGeom>
          <a:noFill/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0"/>
          <p:cNvSpPr/>
          <p:nvPr/>
        </p:nvSpPr>
        <p:spPr>
          <a:xfrm>
            <a:off x="457200" y="2999232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storefront, checkout,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admin, auth, i18n,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orders in MongoDB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3081528" y="2578608"/>
            <a:ext cx="320040" cy="32004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2468880" y="21031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10"/>
          <p:cNvCxnSpPr/>
          <p:nvPr/>
        </p:nvCxnSpPr>
        <p:spPr>
          <a:xfrm>
            <a:off x="3241548" y="2450592"/>
            <a:ext cx="0" cy="292608"/>
          </a:xfrm>
          <a:prstGeom prst="straightConnector1">
            <a:avLst/>
          </a:prstGeom>
          <a:noFill/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0"/>
          <p:cNvSpPr/>
          <p:nvPr/>
        </p:nvSpPr>
        <p:spPr>
          <a:xfrm>
            <a:off x="2468880" y="2999232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cart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counter, Redis cache,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Inngest jobs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184648" y="2578608"/>
            <a:ext cx="320040" cy="3200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4572000" y="21031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AI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0"/>
          <p:cNvCxnSpPr/>
          <p:nvPr/>
        </p:nvCxnSpPr>
        <p:spPr>
          <a:xfrm>
            <a:off x="5344668" y="2450592"/>
            <a:ext cx="0" cy="292608"/>
          </a:xfrm>
          <a:prstGeom prst="straightConnector1">
            <a:avLst/>
          </a:prstGeom>
          <a:noFill/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10"/>
          <p:cNvSpPr/>
          <p:nvPr/>
        </p:nvSpPr>
        <p:spPr>
          <a:xfrm>
            <a:off x="4572000" y="2999232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MongoDB Vector Search,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shopping assistant,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semantic discovery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7287768" y="2578608"/>
            <a:ext cx="320040" cy="32004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6675120" y="21031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Multi-Tenant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0"/>
          <p:cNvCxnSpPr/>
          <p:nvPr/>
        </p:nvCxnSpPr>
        <p:spPr>
          <a:xfrm>
            <a:off x="7447788" y="2450592"/>
            <a:ext cx="0" cy="292608"/>
          </a:xfrm>
          <a:prstGeom prst="straightConnector1">
            <a:avLst/>
          </a:prstGeom>
          <a:noFill/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0"/>
          <p:cNvSpPr/>
          <p:nvPr/>
        </p:nvSpPr>
        <p:spPr>
          <a:xfrm>
            <a:off x="6675120" y="2999232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SaaS mode — multiple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storefronts, 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admin panel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274320" y="4315968"/>
            <a:ext cx="8595360" cy="594360"/>
          </a:xfrm>
          <a:prstGeom prst="rect">
            <a:avLst/>
          </a:prstGeom>
          <a:solidFill>
            <a:srgbClr val="162032"/>
          </a:solidFill>
          <a:ln cap="flat" cmpd="sng" w="9525">
            <a:solidFill>
              <a:srgbClr val="24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Pickup point delivery (Packeta/Zásilkovna) is already implemented — disabled by default. Enable via Settings.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0" y="109728"/>
            <a:ext cx="164592" cy="50337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9" name="Google Shape;319;p11"/>
          <p:cNvCxnSpPr/>
          <p:nvPr/>
        </p:nvCxnSpPr>
        <p:spPr>
          <a:xfrm>
            <a:off x="365760" y="822960"/>
            <a:ext cx="8595360" cy="0"/>
          </a:xfrm>
          <a:prstGeom prst="straightConnector1">
            <a:avLst/>
          </a:prstGeom>
          <a:noFill/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11"/>
          <p:cNvCxnSpPr/>
          <p:nvPr/>
        </p:nvCxnSpPr>
        <p:spPr>
          <a:xfrm>
            <a:off x="365760" y="1645920"/>
            <a:ext cx="8595360" cy="0"/>
          </a:xfrm>
          <a:prstGeom prst="straightConnector1">
            <a:avLst/>
          </a:prstGeom>
          <a:noFill/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11"/>
          <p:cNvCxnSpPr/>
          <p:nvPr/>
        </p:nvCxnSpPr>
        <p:spPr>
          <a:xfrm>
            <a:off x="365760" y="2468880"/>
            <a:ext cx="8595360" cy="0"/>
          </a:xfrm>
          <a:prstGeom prst="straightConnector1">
            <a:avLst/>
          </a:prstGeom>
          <a:noFill/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11"/>
          <p:cNvCxnSpPr/>
          <p:nvPr/>
        </p:nvCxnSpPr>
        <p:spPr>
          <a:xfrm>
            <a:off x="365760" y="3291840"/>
            <a:ext cx="8595360" cy="0"/>
          </a:xfrm>
          <a:prstGeom prst="straightConnector1">
            <a:avLst/>
          </a:prstGeom>
          <a:noFill/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1"/>
          <p:cNvCxnSpPr/>
          <p:nvPr/>
        </p:nvCxnSpPr>
        <p:spPr>
          <a:xfrm>
            <a:off x="365760" y="4114800"/>
            <a:ext cx="8595360" cy="0"/>
          </a:xfrm>
          <a:prstGeom prst="straightConnector1">
            <a:avLst/>
          </a:prstGeom>
          <a:noFill/>
          <a:ln cap="flat" cmpd="sng" w="9525">
            <a:solidFill>
              <a:srgbClr val="1E3A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1"/>
          <p:cNvSpPr/>
          <p:nvPr/>
        </p:nvSpPr>
        <p:spPr>
          <a:xfrm>
            <a:off x="502920" y="6400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next-e-commerce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502920" y="1600200"/>
            <a:ext cx="7315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Production-ready from day one.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Built to grow.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57200" y="2743200"/>
            <a:ext cx="2651760" cy="137160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457200" y="27889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View on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57200" y="3273552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Full source, README,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documentation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3355848" y="2743200"/>
            <a:ext cx="2651760" cy="137160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3355848" y="27889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Trebuchet MS"/>
              <a:buNone/>
            </a:pPr>
            <a:r>
              <a:rPr b="1" i="0" lang="en-US" sz="1300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Watch Demo</a:t>
            </a:r>
            <a:endParaRPr b="0" i="0" sz="1300" u="none" cap="none" strike="noStrike">
              <a:solidFill>
                <a:srgbClr val="14B8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3355848" y="3273552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Full walkthrough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video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6254496" y="2743200"/>
            <a:ext cx="2651760" cy="1371600"/>
          </a:xfrm>
          <a:prstGeom prst="rect">
            <a:avLst/>
          </a:prstGeom>
          <a:solidFill>
            <a:srgbClr val="1E344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6254496" y="27889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Get in Touch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254496" y="3273552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Licensing, custom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work, consulting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Next.js 15  ·  TypeScript  ·  MongoDB  ·  React 19  ·  Stripe  ·  Playwright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2026-04-02T14:14:15Z</dcterms:created>
  <dc:creator>PptxGenJS</dc:creator>
</cp:coreProperties>
</file>